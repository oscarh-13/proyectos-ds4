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14"/>
  </p:notesMasterIdLst>
  <p:sldIdLst>
    <p:sldId id="256" r:id="rId5"/>
    <p:sldId id="257" r:id="rId6"/>
    <p:sldId id="269" r:id="rId7"/>
    <p:sldId id="259" r:id="rId8"/>
    <p:sldId id="262" r:id="rId9"/>
    <p:sldId id="267" r:id="rId10"/>
    <p:sldId id="268" r:id="rId11"/>
    <p:sldId id="263" r:id="rId12"/>
    <p:sldId id="270" r:id="rId13"/>
  </p:sldIdLst>
  <p:sldSz cx="12192000" cy="6858000"/>
  <p:notesSz cx="6858000" cy="9144000"/>
  <p:defaultTextStyle>
    <a:defPPr>
      <a:defRPr lang="es-P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AE5466-BCD0-4A55-8D62-70376079CCDC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A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B837CD-37AB-4650-BD5F-02D5554B64FB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909350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A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837CD-37AB-4650-BD5F-02D5554B64FB}" type="slidenum">
              <a:rPr lang="es-PA" smtClean="0"/>
              <a:t>3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091835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887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04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628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53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855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016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862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54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99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42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394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3007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2881EF-028E-41B4-0342-5EE15F7F9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9964" y="2057951"/>
            <a:ext cx="5825448" cy="1732999"/>
          </a:xfrm>
        </p:spPr>
        <p:txBody>
          <a:bodyPr>
            <a:normAutofit fontScale="90000"/>
          </a:bodyPr>
          <a:lstStyle/>
          <a:p>
            <a:pPr algn="ctr"/>
            <a:r>
              <a:rPr lang="es-ES" dirty="0"/>
              <a:t>Presentación proyecto final</a:t>
            </a:r>
            <a:br>
              <a:rPr lang="es-ES" dirty="0"/>
            </a:br>
            <a:r>
              <a:rPr lang="es-ES" dirty="0"/>
              <a:t>Biblioteca</a:t>
            </a:r>
            <a:br>
              <a:rPr lang="es-ES" dirty="0"/>
            </a:br>
            <a:endParaRPr lang="es-P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1F4D8-B4FA-FADD-FFA6-1A500F171A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r>
              <a:rPr lang="es-ES" dirty="0"/>
              <a:t>Presentador: 	Oscar Herrera</a:t>
            </a:r>
          </a:p>
          <a:p>
            <a:r>
              <a:rPr lang="es-ES" dirty="0"/>
              <a:t>		8-970-1899</a:t>
            </a:r>
            <a:endParaRPr lang="es-PA" dirty="0"/>
          </a:p>
        </p:txBody>
      </p:sp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E55FD98B-6A54-C3DA-9135-1238153026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886" r="29647" b="-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8594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809DE8-FFB6-FE7C-8A49-738B4A022DD0}"/>
              </a:ext>
            </a:extLst>
          </p:cNvPr>
          <p:cNvSpPr txBox="1"/>
          <p:nvPr/>
        </p:nvSpPr>
        <p:spPr>
          <a:xfrm>
            <a:off x="6897624" y="62618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A" dirty="0"/>
              <a:t>https://github.com/OscarH-13/Proyectos-DS4.git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218660-5492-A839-EFE4-B5D6BF66E580}"/>
              </a:ext>
            </a:extLst>
          </p:cNvPr>
          <p:cNvSpPr txBox="1"/>
          <p:nvPr/>
        </p:nvSpPr>
        <p:spPr>
          <a:xfrm>
            <a:off x="1306068" y="3244334"/>
            <a:ext cx="4197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Diagrama de la aplicación web</a:t>
            </a:r>
            <a:endParaRPr lang="es-PA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9F3B1B5-91D8-4BCD-2DA4-11C82C9EA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3" y="854660"/>
            <a:ext cx="6522647" cy="501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869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07F4C-83E6-F823-49FF-EDF707F99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737253-778F-7149-C56C-EAD60D119C69}"/>
              </a:ext>
            </a:extLst>
          </p:cNvPr>
          <p:cNvSpPr txBox="1"/>
          <p:nvPr/>
        </p:nvSpPr>
        <p:spPr>
          <a:xfrm>
            <a:off x="6870192" y="62618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A" dirty="0"/>
              <a:t>https://github.com/OscarH-13/Proyectos-DS4.git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E67C8B-7EC1-30AB-2100-FEDA92235E53}"/>
              </a:ext>
            </a:extLst>
          </p:cNvPr>
          <p:cNvSpPr txBox="1"/>
          <p:nvPr/>
        </p:nvSpPr>
        <p:spPr>
          <a:xfrm>
            <a:off x="932762" y="2867644"/>
            <a:ext cx="3346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Diagrama de la base de datos</a:t>
            </a:r>
            <a:endParaRPr lang="es-PA" dirty="0"/>
          </a:p>
        </p:txBody>
      </p:sp>
      <p:pic>
        <p:nvPicPr>
          <p:cNvPr id="6" name="Imagen 5" descr="Tabla&#10;&#10;El contenido generado por IA puede ser incorrecto.">
            <a:extLst>
              <a:ext uri="{FF2B5EF4-FFF2-40B4-BE49-F238E27FC236}">
                <a16:creationId xmlns:a16="http://schemas.microsoft.com/office/drawing/2014/main" id="{860B416E-39A0-42C6-2180-D615FE5B7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895" y="1784881"/>
            <a:ext cx="5401429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336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B5B56-C882-0DC9-F6E4-7E4916C6A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0680" y="832104"/>
            <a:ext cx="8223909" cy="539496"/>
          </a:xfrm>
        </p:spPr>
        <p:txBody>
          <a:bodyPr>
            <a:normAutofit fontScale="90000"/>
          </a:bodyPr>
          <a:lstStyle/>
          <a:p>
            <a:r>
              <a:rPr lang="es-ES" sz="3200" dirty="0"/>
              <a:t>Aspectos generales del código fuente</a:t>
            </a:r>
            <a:endParaRPr lang="es-PA" sz="32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B6A1AC-92AD-B450-912E-7A802AF887A4}"/>
              </a:ext>
            </a:extLst>
          </p:cNvPr>
          <p:cNvSpPr txBox="1">
            <a:spLocks/>
          </p:cNvSpPr>
          <p:nvPr/>
        </p:nvSpPr>
        <p:spPr>
          <a:xfrm>
            <a:off x="4520919" y="2325392"/>
            <a:ext cx="2953512" cy="3505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400" dirty="0"/>
              <a:t>Conexión a la base de datos</a:t>
            </a:r>
            <a:endParaRPr lang="es-PA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610576-81C1-895F-6544-4AEE2461B124}"/>
              </a:ext>
            </a:extLst>
          </p:cNvPr>
          <p:cNvSpPr txBox="1"/>
          <p:nvPr/>
        </p:nvSpPr>
        <p:spPr>
          <a:xfrm>
            <a:off x="6897624" y="62618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A" dirty="0"/>
              <a:t>https://github.com/OscarH-13/Proyectos-DS4.git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F16741F-F17F-0714-BE34-A333BB771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29" y="3215308"/>
            <a:ext cx="11050542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513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8B9FA-0660-7C2E-7042-5116AD85A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48BBE-1548-7F57-F572-84689A949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0148" y="151757"/>
            <a:ext cx="4238720" cy="539496"/>
          </a:xfrm>
        </p:spPr>
        <p:txBody>
          <a:bodyPr>
            <a:normAutofit fontScale="90000"/>
          </a:bodyPr>
          <a:lstStyle/>
          <a:p>
            <a:r>
              <a:rPr lang="es-ES" sz="3200" dirty="0"/>
              <a:t>Modelos principales</a:t>
            </a:r>
            <a:endParaRPr lang="es-PA" sz="32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F425021-6362-30BB-93E2-367F189C8CA8}"/>
              </a:ext>
            </a:extLst>
          </p:cNvPr>
          <p:cNvSpPr txBox="1">
            <a:spLocks/>
          </p:cNvSpPr>
          <p:nvPr/>
        </p:nvSpPr>
        <p:spPr>
          <a:xfrm>
            <a:off x="1605074" y="873490"/>
            <a:ext cx="2953512" cy="3505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400" dirty="0"/>
              <a:t>Modelo de TABLA Libros</a:t>
            </a:r>
            <a:endParaRPr lang="es-PA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0BC8B8-A8E7-DD92-5C4B-76C6942C7CEA}"/>
              </a:ext>
            </a:extLst>
          </p:cNvPr>
          <p:cNvSpPr txBox="1"/>
          <p:nvPr/>
        </p:nvSpPr>
        <p:spPr>
          <a:xfrm>
            <a:off x="6897624" y="62618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A" dirty="0"/>
              <a:t>https://github.com/OscarH-13/Proyectos-DS4.git</a:t>
            </a:r>
          </a:p>
        </p:txBody>
      </p:sp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68622E0E-E44E-4687-5983-EC80FA23C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1217033"/>
            <a:ext cx="4608576" cy="4924687"/>
          </a:xfrm>
          <a:prstGeom prst="rect">
            <a:avLst/>
          </a:prstGeom>
        </p:spPr>
      </p:pic>
      <p:pic>
        <p:nvPicPr>
          <p:cNvPr id="7" name="Imagen 6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92ADBCC9-578B-42C0-1B43-55752FAC0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576" y="1217033"/>
            <a:ext cx="4178779" cy="492468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0995D90-C9C8-C929-BF5B-7C74B4FF6B4B}"/>
              </a:ext>
            </a:extLst>
          </p:cNvPr>
          <p:cNvSpPr txBox="1">
            <a:spLocks/>
          </p:cNvSpPr>
          <p:nvPr/>
        </p:nvSpPr>
        <p:spPr>
          <a:xfrm>
            <a:off x="8468868" y="866513"/>
            <a:ext cx="2953512" cy="3505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400" dirty="0"/>
              <a:t>Modelo de TABLA solicitudes</a:t>
            </a:r>
            <a:endParaRPr lang="es-PA" sz="1400" dirty="0"/>
          </a:p>
        </p:txBody>
      </p:sp>
    </p:spTree>
    <p:extLst>
      <p:ext uri="{BB962C8B-B14F-4D97-AF65-F5344CB8AC3E}">
        <p14:creationId xmlns:p14="http://schemas.microsoft.com/office/powerpoint/2010/main" val="3297893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AC30E-1F22-EBF4-12DF-96AE50023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54B8F-F950-394B-DA54-991E592F3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7345" y="82296"/>
            <a:ext cx="1596104" cy="539496"/>
          </a:xfrm>
        </p:spPr>
        <p:txBody>
          <a:bodyPr>
            <a:normAutofit fontScale="90000"/>
          </a:bodyPr>
          <a:lstStyle/>
          <a:p>
            <a:r>
              <a:rPr lang="es-ES" sz="3200" dirty="0"/>
              <a:t>vistas</a:t>
            </a:r>
            <a:endParaRPr lang="es-PA" sz="32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6BF468-B9E1-9A22-9356-FADE8CFA3A71}"/>
              </a:ext>
            </a:extLst>
          </p:cNvPr>
          <p:cNvSpPr txBox="1">
            <a:spLocks/>
          </p:cNvSpPr>
          <p:nvPr/>
        </p:nvSpPr>
        <p:spPr>
          <a:xfrm>
            <a:off x="2226866" y="1385554"/>
            <a:ext cx="2953512" cy="3505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400" dirty="0"/>
              <a:t>Vista de pagina principal</a:t>
            </a:r>
            <a:endParaRPr lang="es-PA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B5A47D-8AE1-E908-A5A8-5DDC223D068B}"/>
              </a:ext>
            </a:extLst>
          </p:cNvPr>
          <p:cNvSpPr txBox="1"/>
          <p:nvPr/>
        </p:nvSpPr>
        <p:spPr>
          <a:xfrm>
            <a:off x="6897624" y="62618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A" dirty="0"/>
              <a:t>https://github.com/OscarH-13/Proyectos-DS4.git</a:t>
            </a: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A1D4B560-8F09-2222-BA24-A507CCBEC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73" y="1810090"/>
            <a:ext cx="6262845" cy="4028116"/>
          </a:xfrm>
          <a:prstGeom prst="rect">
            <a:avLst/>
          </a:prstGeom>
        </p:spPr>
      </p:pic>
      <p:pic>
        <p:nvPicPr>
          <p:cNvPr id="10" name="Imagen 9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44D3BF61-BC0E-044D-8629-D44E232A8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252" y="2780315"/>
            <a:ext cx="4477375" cy="129558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6BE5262-5C77-04EC-A699-436F64993B1F}"/>
              </a:ext>
            </a:extLst>
          </p:cNvPr>
          <p:cNvSpPr txBox="1">
            <a:spLocks/>
          </p:cNvSpPr>
          <p:nvPr/>
        </p:nvSpPr>
        <p:spPr>
          <a:xfrm>
            <a:off x="8341154" y="1591563"/>
            <a:ext cx="2953512" cy="3505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400" dirty="0"/>
              <a:t>Vista de pagina de reportes</a:t>
            </a:r>
            <a:endParaRPr lang="es-PA" sz="1400" dirty="0"/>
          </a:p>
        </p:txBody>
      </p:sp>
    </p:spTree>
    <p:extLst>
      <p:ext uri="{BB962C8B-B14F-4D97-AF65-F5344CB8AC3E}">
        <p14:creationId xmlns:p14="http://schemas.microsoft.com/office/powerpoint/2010/main" val="2745237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6B70D-A048-2AF0-73EC-F8B1F75F3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C2C39-FBD9-C1C8-5CE4-085481E3C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945" y="97093"/>
            <a:ext cx="3604736" cy="539496"/>
          </a:xfrm>
        </p:spPr>
        <p:txBody>
          <a:bodyPr>
            <a:normAutofit fontScale="90000"/>
          </a:bodyPr>
          <a:lstStyle/>
          <a:p>
            <a:r>
              <a:rPr lang="es-ES" sz="3200" dirty="0"/>
              <a:t>CONTROLADORES API</a:t>
            </a:r>
            <a:endParaRPr lang="es-PA" sz="32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4BE316A-AA82-BEED-0D1C-76F1B835D8A3}"/>
              </a:ext>
            </a:extLst>
          </p:cNvPr>
          <p:cNvSpPr txBox="1">
            <a:spLocks/>
          </p:cNvSpPr>
          <p:nvPr/>
        </p:nvSpPr>
        <p:spPr>
          <a:xfrm>
            <a:off x="5267379" y="1073690"/>
            <a:ext cx="2953512" cy="3505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400" dirty="0"/>
              <a:t>Controlador api libros </a:t>
            </a:r>
            <a:endParaRPr lang="es-PA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14B8E6-74E6-A746-6FBB-556E0364E19F}"/>
              </a:ext>
            </a:extLst>
          </p:cNvPr>
          <p:cNvSpPr txBox="1"/>
          <p:nvPr/>
        </p:nvSpPr>
        <p:spPr>
          <a:xfrm>
            <a:off x="6897624" y="62618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A" dirty="0"/>
              <a:t>https://github.com/OscarH-13/Proyectos-DS4.git</a:t>
            </a:r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3DB7EC5A-295F-9246-1B5F-EFD842836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920" y="1591563"/>
            <a:ext cx="5734159" cy="433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786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3A886-279B-1C9C-30B1-EABEC9895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C35C10-3B8C-DD92-6EDF-797B2BCED2DA}"/>
              </a:ext>
            </a:extLst>
          </p:cNvPr>
          <p:cNvSpPr txBox="1">
            <a:spLocks/>
          </p:cNvSpPr>
          <p:nvPr/>
        </p:nvSpPr>
        <p:spPr>
          <a:xfrm>
            <a:off x="1671846" y="1289303"/>
            <a:ext cx="3030498" cy="5366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400" dirty="0" err="1"/>
              <a:t>Contolador</a:t>
            </a:r>
            <a:r>
              <a:rPr lang="es-ES" sz="1400" dirty="0"/>
              <a:t> api solicitudes </a:t>
            </a:r>
            <a:r>
              <a:rPr lang="es-ES" sz="1400" dirty="0" err="1"/>
              <a:t>get</a:t>
            </a:r>
            <a:endParaRPr lang="es-PA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4DFB9C-1B63-4AEC-BAE4-4E7073EBF646}"/>
              </a:ext>
            </a:extLst>
          </p:cNvPr>
          <p:cNvSpPr txBox="1"/>
          <p:nvPr/>
        </p:nvSpPr>
        <p:spPr>
          <a:xfrm>
            <a:off x="6897624" y="62618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A" dirty="0"/>
              <a:t>https://github.com/OscarH-13/Proyectos-DS4.git</a:t>
            </a:r>
          </a:p>
        </p:txBody>
      </p:sp>
      <p:pic>
        <p:nvPicPr>
          <p:cNvPr id="5" name="Imagen 4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94C27FAF-F434-BAD1-1388-8144C53D8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78" y="1958218"/>
            <a:ext cx="5229955" cy="361047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70F2091-1463-919D-0582-5BD6420D92A3}"/>
              </a:ext>
            </a:extLst>
          </p:cNvPr>
          <p:cNvSpPr txBox="1">
            <a:spLocks/>
          </p:cNvSpPr>
          <p:nvPr/>
        </p:nvSpPr>
        <p:spPr>
          <a:xfrm>
            <a:off x="8087886" y="1421573"/>
            <a:ext cx="3287250" cy="5366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400" dirty="0" err="1"/>
              <a:t>Contolador</a:t>
            </a:r>
            <a:r>
              <a:rPr lang="es-ES" sz="1400" dirty="0"/>
              <a:t> api solicitudes post</a:t>
            </a:r>
            <a:endParaRPr lang="es-PA" sz="1400" dirty="0"/>
          </a:p>
        </p:txBody>
      </p:sp>
      <p:pic>
        <p:nvPicPr>
          <p:cNvPr id="8" name="Imagen 7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CEDC1411-88A9-D569-62FE-0FFD626C7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239" y="2293216"/>
            <a:ext cx="5162683" cy="2606566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66E17A3-66AC-6D76-8AEA-2CF06C4A4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32" y="68771"/>
            <a:ext cx="3604736" cy="539496"/>
          </a:xfrm>
        </p:spPr>
        <p:txBody>
          <a:bodyPr>
            <a:normAutofit fontScale="90000"/>
          </a:bodyPr>
          <a:lstStyle/>
          <a:p>
            <a:r>
              <a:rPr lang="es-ES" sz="3200" dirty="0"/>
              <a:t>CONTROLADORES API</a:t>
            </a:r>
            <a:endParaRPr lang="es-PA" sz="3200" dirty="0"/>
          </a:p>
        </p:txBody>
      </p:sp>
    </p:spTree>
    <p:extLst>
      <p:ext uri="{BB962C8B-B14F-4D97-AF65-F5344CB8AC3E}">
        <p14:creationId xmlns:p14="http://schemas.microsoft.com/office/powerpoint/2010/main" val="3416810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wnload HD Gracias Todos - Thank You In Spanish Transparent PNG Image -  NicePNG.com">
            <a:extLst>
              <a:ext uri="{FF2B5EF4-FFF2-40B4-BE49-F238E27FC236}">
                <a16:creationId xmlns:a16="http://schemas.microsoft.com/office/drawing/2014/main" id="{87DA99B1-1EB8-689F-E42C-7D04B8AB1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462" y="1865461"/>
            <a:ext cx="7839075" cy="3401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327785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BDE44D2E659E048B3D6B9C18CD9F34A" ma:contentTypeVersion="12" ma:contentTypeDescription="Crear nuevo documento." ma:contentTypeScope="" ma:versionID="6f249c4be9b8b7b98ab4d62fdb4f6fab">
  <xsd:schema xmlns:xsd="http://www.w3.org/2001/XMLSchema" xmlns:xs="http://www.w3.org/2001/XMLSchema" xmlns:p="http://schemas.microsoft.com/office/2006/metadata/properties" xmlns:ns2="9c418c32-d398-4483-ab69-1a58c09ff3bb" xmlns:ns3="ec06ea61-3c26-4643-b0d3-bc7d48eec83e" targetNamespace="http://schemas.microsoft.com/office/2006/metadata/properties" ma:root="true" ma:fieldsID="1b85c0308e218570d87ed1e3ad546337" ns2:_="" ns3:_="">
    <xsd:import namespace="9c418c32-d398-4483-ab69-1a58c09ff3bb"/>
    <xsd:import namespace="ec06ea61-3c26-4643-b0d3-bc7d48eec83e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418c32-d398-4483-ab69-1a58c09ff3b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Etiquetas de imagen" ma:readOnly="false" ma:fieldId="{5cf76f15-5ced-4ddc-b409-7134ff3c332f}" ma:taxonomyMulti="true" ma:sspId="1348c8ee-fc48-4349-a3df-b5c7dc9d70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06ea61-3c26-4643-b0d3-bc7d48eec83e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a56272e9-e57d-470e-acd8-c005d8937d86}" ma:internalName="TaxCatchAll" ma:showField="CatchAllData" ma:web="ec06ea61-3c26-4643-b0d3-bc7d48eec8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c418c32-d398-4483-ab69-1a58c09ff3bb">
      <Terms xmlns="http://schemas.microsoft.com/office/infopath/2007/PartnerControls"/>
    </lcf76f155ced4ddcb4097134ff3c332f>
    <TaxCatchAll xmlns="ec06ea61-3c26-4643-b0d3-bc7d48eec83e" xsi:nil="true"/>
    <ReferenceId xmlns="9c418c32-d398-4483-ab69-1a58c09ff3bb" xsi:nil="true"/>
  </documentManagement>
</p:properties>
</file>

<file path=customXml/itemProps1.xml><?xml version="1.0" encoding="utf-8"?>
<ds:datastoreItem xmlns:ds="http://schemas.openxmlformats.org/officeDocument/2006/customXml" ds:itemID="{5A0C2701-4C27-4E96-AB4D-AAB3FFC5A0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418c32-d398-4483-ab69-1a58c09ff3bb"/>
    <ds:schemaRef ds:uri="ec06ea61-3c26-4643-b0d3-bc7d48eec8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37C2C6-FE88-4216-BABC-A7C9693665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9BAFDE-65E9-423A-A0E6-09AAD857598E}">
  <ds:schemaRefs>
    <ds:schemaRef ds:uri="http://schemas.microsoft.com/office/2006/metadata/properties"/>
    <ds:schemaRef ds:uri="http://schemas.microsoft.com/office/infopath/2007/PartnerControls"/>
    <ds:schemaRef ds:uri="9c418c32-d398-4483-ab69-1a58c09ff3bb"/>
    <ds:schemaRef ds:uri="ec06ea61-3c26-4643-b0d3-bc7d48eec83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149</Words>
  <Application>Microsoft Office PowerPoint</Application>
  <PresentationFormat>Panorámica</PresentationFormat>
  <Paragraphs>26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Arial</vt:lpstr>
      <vt:lpstr>Calisto MT</vt:lpstr>
      <vt:lpstr>Univers Condensed</vt:lpstr>
      <vt:lpstr>ChronicleVTI</vt:lpstr>
      <vt:lpstr>Presentación proyecto final Biblioteca </vt:lpstr>
      <vt:lpstr>Presentación de PowerPoint</vt:lpstr>
      <vt:lpstr>Presentación de PowerPoint</vt:lpstr>
      <vt:lpstr>Aspectos generales del código fuente</vt:lpstr>
      <vt:lpstr>Modelos principales</vt:lpstr>
      <vt:lpstr>vistas</vt:lpstr>
      <vt:lpstr>CONTROLADORES API</vt:lpstr>
      <vt:lpstr>CONTROLADORES API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HERRERA</dc:creator>
  <cp:lastModifiedBy>Oscar Alberto Herrera Correa</cp:lastModifiedBy>
  <cp:revision>5</cp:revision>
  <dcterms:created xsi:type="dcterms:W3CDTF">2025-10-29T21:19:28Z</dcterms:created>
  <dcterms:modified xsi:type="dcterms:W3CDTF">2025-12-17T20:45:08Z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0x0101008BDE44D2E659E048B3D6B9C18CD9F34A</vt:lpwstr>
  </property>
  <property fmtid="{D5CDD505-2E9C-101B-9397-08002B2CF9AE}" pid="3" name="MediaServiceImageTags">
    <vt:lpwstr/>
  </property>
</Properties>
</file>